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490"/>
                </a:solidFill>
              </a:defRPr>
            </a:pPr>
            <a:r>
              <a:t>담당 업무: YOLO, Flask, Database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C1"/>
                </a:solidFill>
              </a:defRPr>
            </a:pPr>
            <a:r>
              <a:t>1. YOLO 모델 학습 및 최적화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이중 YOLOv11l 모델 학습 및 성능 최적화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부품 검출 모델 (FPIC-Component, 25개 클래스)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납땜 불량 모델 (SolDef_AI, 5-6개 클래스)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FP16 Mixed Precision 및 배치 최적화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학습 결과: mAP 85%+ 달성</a:t>
            </a:r>
          </a:p>
        </p:txBody>
      </p:sp>
      <p:pic>
        <p:nvPicPr>
          <p:cNvPr id="7" name="Picture 6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3383280" cy="1691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C1"/>
                </a:solidFill>
              </a:defRPr>
            </a:pPr>
            <a:r>
              <a:t>2. Flask 추론 서버 구축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GPU 기반 실시간 PCB 불량 검사 서버 개발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양면 동시 프레임 수신 및 디코딩 (Base64)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이중 모델 병렬 추론 및 결과 융합 로직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REST API 제공 (/predict_dual, /health)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실시간 성능: 60-100ms (목표 300ms 이하)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749039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C1"/>
                </a:solidFill>
              </a:defRPr>
            </a:pPr>
            <a:r>
              <a:t>3. MySQL 데이터베이스 설계 및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069079"/>
            <a:ext cx="3931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검사 이력 및 통계 관리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34340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검사 결과 이력 (inspections), 불량 상세 정보 (defect_details)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시간별/일별 통계 (statistics_hourly, statistics_daily)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사용자 관리 및 권한 시스템 (users, user_logs)</a:t>
            </a:r>
          </a:p>
          <a:p>
            <a:pPr>
              <a:spcBef>
                <a:spcPts val="300"/>
              </a:spcBef>
              <a:defRPr sz="1200">
                <a:solidFill>
                  <a:srgbClr val="333333"/>
                </a:solidFill>
              </a:defRPr>
            </a:pPr>
            <a:r>
              <a:t>C# WinForms와 PyMySQL 연동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